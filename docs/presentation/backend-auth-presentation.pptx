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ns0:Relationships xmlns:ns0="http://schemas.openxmlformats.org/package/2006/relationships"><ns0:Relationship Id="rId1" Type="http://schemas.openxmlformats.org/officeDocument/2006/relationships/officeDocument" Target="ppt/presentation.xml" /><ns0:Relationship Id="rId2" Type="http://schemas.openxmlformats.org/package/2006/relationships/metadata/core-properties" Target="docProps/core.xml" /><ns0:Relationship Id="rId3" Type="http://schemas.openxmlformats.org/officeDocument/2006/relationships/extended-properties" Target="docProps/app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</p:presentation>
</file>

<file path=ppt/_rels/presentation.xml.rels><?xml version="1.0" encoding="UTF-8" standalone="yes"?>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slide" Target="slides/slide3.xml" /><ns0:Relationship Id="rId5" Type="http://schemas.openxmlformats.org/officeDocument/2006/relationships/slide" Target="slides/slide4.xml" /><ns0:Relationship Id="rId6" Type="http://schemas.openxmlformats.org/officeDocument/2006/relationships/slide" Target="slides/slide5.xml" /><ns0:Relationship Id="rId7" Type="http://schemas.openxmlformats.org/officeDocument/2006/relationships/slide" Target="slides/slide6.xml" /><ns0:Relationship Id="rId8" Type="http://schemas.openxmlformats.org/officeDocument/2006/relationships/slide" Target="slides/slide7.xml" /><ns0:Relationship Id="rId9" Type="http://schemas.openxmlformats.org/officeDocument/2006/relationships/slide" Target="slides/slide8.xml" /><ns0:Relationship Id="rId10" Type="http://schemas.openxmlformats.org/officeDocument/2006/relationships/slide" Target="slides/slide9.xml" /><ns0:Relationship Id="rId11" Type="http://schemas.openxmlformats.org/officeDocument/2006/relationships/slide" Target="slides/slide10.xml" /><ns0:Relationship Id="rId12" Type="http://schemas.openxmlformats.org/officeDocument/2006/relationships/slide" Target="slides/slide11.xml" /><ns0:Relationship Id="rId13" Type="http://schemas.openxmlformats.org/officeDocument/2006/relationships/slide" Target="slides/slide12.xml" /><ns0:Relationship Id="rId14" Type="http://schemas.openxmlformats.org/officeDocument/2006/relationships/slide" Target="slides/slide13.xml" /><ns0:Relationship Id="rId15" Type="http://schemas.openxmlformats.org/officeDocument/2006/relationships/slide" Target="slides/slide14.xml" /></ns0:Relationships>
</file>

<file path=ppt/slideLayouts/_rels/slideLayout1.xml.rels><?xml version="1.0" encoding="UTF-8" standalone="yes"?>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2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3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1.svg" /></ns0:Relationships>
</file>

<file path=ppt/slides/_rels/slide4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2.svg" /></ns0:Relationships>
</file>

<file path=ppt/slides/_rels/slide5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3.svg" /></ns0:Relationships>
</file>

<file path=ppt/slides/_rels/slide6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4.svg" /></ns0:Relationships>
</file>

<file path=ppt/slides/_rels/slide7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5.svg" /></ns0:Relationships>
</file>

<file path=ppt/slides/_rels/slide8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6.svg" /></ns0:Relationships>
</file>

<file path=ppt/slides/_rels/slide9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7.svg" /></ns0:Relationships>
</file>

<file path=ppt/slides/_rels/slide10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8.svg" /></ns0:Relationships>
</file>

<file path=ppt/slides/_rels/slide11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9.svg" /></ns0:Relationships>
</file>

<file path=ppt/slides/_rels/slide12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10.svg" /></ns0:Relationships>
</file>

<file path=ppt/slides/_rels/slide13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11.svg" /></ns0:Relationships>
</file>

<file path=ppt/slides/_rels/slide14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32004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Spring Boot 인증 서버 발표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98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주제: JWT + OAuth2 기반 인증 백엔드 설계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이번 자료는 구조 설명과 함께 실제 동작 코드를 같이 보여줍니다.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핵심 메시지: 왜 이렇게 나눴는지와 요청이 어떻게 흐르는지를 설명합니다.</a:t>
            </a:r>
            <a:endParaRPr lang="ko-KR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32004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프로젝트 개요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98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로컬 회원가입과 로그인 지원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JWT access token 발급과 인증 유지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Google, Kakao, Naver OAuth2 로그인 지원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전역 예외 처리와 요청 검증, 테스트 코드까지 포함</a:t>
            </a:r>
            <a:endParaRPr lang="ko-KR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32004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패키지 구조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controller는 요청과 응답 형식을 담당합니다.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service는 회원가입과 로그인 로직을 담당합니다.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repository는 사용자 조회와 저장 같은 DB 접근을 맡습니다.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security와 global 패키지는 인증, 예외 처리 같은 공통 로직을 모았습니다.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/>
            <a:off y="1400000"/>
            <a:ext cx="4900000"/>
            <a:ext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32004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시스템 구조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기본 로그인 요청은 AuthController -&gt; AuthService -&gt; UserRepository 순서로 흐릅니다.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SecurityConfig가 필터 체인, CORS, OAuth2 로그인 설정을 통합합니다.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JwtFilter와 JwtUtil이 토큰 검증과 인증 객체 주입을 담당합니다.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/>
            <a:off y="1400000"/>
            <a:ext cx="4900000"/>
            <a:ext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32004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실제 코드: AuthController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@Valid와 DTO를 이용해 컨트롤러에서 1차 검증을 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컨트롤러는 서비스 호출 후 HTTP 상태 코드와 응답 형태를 결정합니다.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즉, 컨트롤러는 얇게 두고 핵심 로직은 서비스에 넘기는 구조입니다.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/>
            <a:off y="1400000"/>
            <a:ext cx="4900000"/>
            <a:ext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32004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실제 코드: AuthService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signup()은 중복 이메일을 확인하고 비밀번호를 암호화해서 저장합니다.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login()은 사용자 조회, provider 검사, 비밀번호 비교를 거칩니다.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로그인 성공 시 JwtUtil로 JWT를 생성해 반환합니다.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/>
            <a:off y="1400000"/>
            <a:ext cx="4900000"/>
            <a:ext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32004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로컬 로그인 처리 흐름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클라이언트가 /api/auth/login 요청을 보냅니다.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서비스 계층에서 사용자 조회와 provider 검사를 수행합니다.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BCrypt로 비밀번호 해시를 비교한 뒤 JwtUtil로 토큰을 생성합니다.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세션 대신 토큰을 반환해 API 서버 구조를 단순하게 유지합니다.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/>
            <a:off y="1400000"/>
            <a:ext cx="4900000"/>
            <a:ext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32004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실제 코드: JwtFilter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Authorization 헤더에서 Bearer 토큰을 추출합니다.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토큰이 유효하면 이메일을 꺼내 Authentication 객체를 만듭니다.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이 인증 객체를 SecurityContext에 넣어서 이후 컨트롤러가 인증된 사용자로 인식하게 합니다.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/>
            <a:off y="1400000"/>
            <a:ext cx="4900000"/>
            <a:ext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32004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OAuth2 로그인 처리 흐름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Spring Security가 소셜 로그인 흐름을 시작합니다.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CustomOAuth2UserService가 provider별 사용자 정보를 공통 형식으로 변환합니다.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기존 회원은 갱신하고 신규 회원은 생성하는 upsert 전략을 사용합니다.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성공 시 JWT를 발급해 프론트 콜백 URL로 리다이렉트합니다.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/>
            <a:off y="1400000"/>
            <a:ext cx="4900000"/>
            <a:ext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32004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실제 코드: OAuth2 사용자 처리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OAuth2UserInfoFactory가 provider별 클래스를 선택합니다.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provider마다 응답 JSON 구조가 달라도 공통 인터페이스로 맞춥니다.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이 덕분에 새로운 소셜 로그인을 추가할 때 확장성이 좋아집니다.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/>
            <a:off y="1400000"/>
            <a:ext cx="4900000"/>
            <a:ext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32004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실제 코드: 예외 처리와 검증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DTO에서 email과 password를 애노테이션으로 검증합니다.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GlobalExceptionHandler가 인증 관련 검증 실패를 같은 메시지로 통일합니다.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왜 이렇게 했는가: 어떤 정보가 틀렸는지 노출하지 않아 보안상 유리합니다.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/>
            <a:off y="1400000"/>
            <a:ext cx="4900000"/>
            <a:ext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32004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예외 처리와 테스트 전략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입력 검증 실패와 비즈니스 예외를 한곳에서 처리합니다.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AuthServiceTest가 로그인/회원가입 핵심 로직을 검증합니다.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AuthControllerApiTest가 HTTP 상태 코드와 JSON 응답 형식을 검증합니다.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JWT와 OAuth2 테스트로 보안 흐름의 회귀를 방지합니다.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/>
            <a:off y="1400000"/>
            <a:ext cx="4900000"/>
            <a:ext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32004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실제 코드: 테스트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서비스 테스트는 JWT 생성과 provider 차단 로직을 검증합니다.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컨트롤러 테스트는 상태 코드와 에러 메시지를 검증합니다.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발표에서는 기능 구현뿐 아니라 검증 코드까지 준비했다는 점을 강조하면 좋습니다.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/>
            <a:off y="1400000"/>
            <a:ext cx="4900000"/>
            <a:ext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32004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시연 포인트와 마무리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98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회원가입 -&gt; 로그인 -&gt; access token 확인 순서로 시연합니다.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Authorization 헤더로 /api/auth/me 호출 결과를 보여줍니다.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소셜 로그인 URL과 구조 설명으로 확장성을 강조합니다.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핵심 메시지: 기능 구현보다 설명 가능한 구조 설계에 초점을 맞췄습니다.</a:t>
            </a:r>
            <a:endParaRPr lang="ko-KR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 Theme">
  <a:themeElements>
    <a:clrScheme name="Codex Colors">
      <a:dk1>
        <a:srgbClr val="102A43"/>
      </a:dk1>
      <a:lt1>
        <a:srgbClr val="FFFFFF"/>
      </a:lt1>
      <a:dk2>
        <a:srgbClr val="243B53"/>
      </a:dk2>
      <a:lt2>
        <a:srgbClr val="F8FBFF"/>
      </a:lt2>
      <a:accent1>
        <a:srgbClr val="0F4C81"/>
      </a:accent1>
      <a:accent2>
        <a:srgbClr val="4C956C"/>
      </a:accent2>
      <a:accent3>
        <a:srgbClr val="D9822B"/>
      </a:accent3>
      <a:accent4>
        <a:srgbClr val="6366F1"/>
      </a:accent4>
      <a:accent5>
        <a:srgbClr val="0284C7"/>
      </a:accent5>
      <a:accent6>
        <a:srgbClr val="DC2626"/>
      </a:accent6>
      <a:hlink>
        <a:srgbClr val="0563C1"/>
      </a:hlink>
      <a:folHlink>
        <a:srgbClr val="954F72"/>
      </a:folHlink>
    </a:clrScheme>
    <a:fontScheme name="Codex Fonts">
      <a:majorFont>
        <a:latin typeface="Aptos Display"/>
        <a:ea typeface="Malgun Gothic"/>
        <a:cs typeface="Arial"/>
      </a:majorFont>
      <a:minorFont>
        <a:latin typeface="Aptos"/>
        <a:ea typeface="Malgun Gothic"/>
        <a:cs typeface="Arial"/>
      </a:minorFont>
    </a:fontScheme>
    <a:fmtScheme name="Codex Format">
      <a:fillStyleLst>
        <a:solidFill>
          <a:schemeClr val="lt1"/>
        </a:solidFill>
        <a:solidFill>
          <a:schemeClr val="accent1"/>
        </a:solidFill>
        <a:solidFill>
          <a:schemeClr val="accent2"/>
        </a:solidFill>
      </a:fillStyleLst>
      <a:lnStyleLst>
        <a:ln w="9525">
          <a:solidFill>
            <a:schemeClr val="accent1"/>
          </a:solidFill>
        </a:ln>
        <a:ln w="25400">
          <a:solidFill>
            <a:schemeClr val="accent2"/>
          </a:solidFill>
        </a:ln>
        <a:ln w="38100">
          <a:solidFill>
            <a:schemeClr val="accent3"/>
          </a:solidFill>
        </a:ln>
      </a:lnStyleLst>
      <a:effectStyleLst>
        <a:effectStyle/>
      </a:effectStyleLst>
      <a:bgFillStyleLst>
        <a:solidFill>
          <a:schemeClr val="lt2"/>
        </a:solidFill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PPT Generator</Application>
  <PresentationFormat>On-screen Show (16:9)</PresentationFormat>
  <Slides>14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14</vt:i4>
      </vt:variant>
    </vt:vector>
  </HeadingPairs>
  <TitlesOfParts>
    <vt:vector size="14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 Codex</Company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Spring Boot 인증 서버 발표</dc:title>
  <dc:creator>OpenAI Codex</dc:creator>
  <cp:lastModifiedBy>OpenAI Codex</cp:lastModifiedBy>
  <dcterms:created xsi:type="dcterms:W3CDTF">2026-04-11T10:17:33Z</dcterms:created>
  <dcterms:modified xsi:type="dcterms:W3CDTF">2026-04-11T10:17:33Z</dcterms:modified>
</cp:coreProperties>
</file>